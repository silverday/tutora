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Tutora fixture slide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Bullet on page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Threat modelling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Bullet on page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Wrap-up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Bullet on page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